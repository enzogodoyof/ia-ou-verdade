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2" r:id="rId3"/>
    <p:sldId id="258" r:id="rId4"/>
    <p:sldId id="279" r:id="rId5"/>
    <p:sldId id="28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81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89531F02-FE7E-47CF-9DD0-8DFA6C08EE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215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Imagem 58">
            <a:extLst>
              <a:ext uri="{FF2B5EF4-FFF2-40B4-BE49-F238E27FC236}">
                <a16:creationId xmlns:a16="http://schemas.microsoft.com/office/drawing/2014/main" id="{D5567303-4DBE-4466-A289-3D17F2AD17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Espaço Reservado para Texto 22">
            <a:extLst>
              <a:ext uri="{FF2B5EF4-FFF2-40B4-BE49-F238E27FC236}">
                <a16:creationId xmlns:a16="http://schemas.microsoft.com/office/drawing/2014/main" id="{63E062EE-9BA1-40C8-8C12-1499043DE0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80011" y="1752600"/>
            <a:ext cx="4534989" cy="381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NOME</a:t>
            </a:r>
          </a:p>
        </p:txBody>
      </p:sp>
      <p:sp>
        <p:nvSpPr>
          <p:cNvPr id="9" name="Espaço Reservado para Texto 22">
            <a:extLst>
              <a:ext uri="{FF2B5EF4-FFF2-40B4-BE49-F238E27FC236}">
                <a16:creationId xmlns:a16="http://schemas.microsoft.com/office/drawing/2014/main" id="{2EED64F5-98ED-49CD-A423-81C85D47AC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80011" y="2188184"/>
            <a:ext cx="4534989" cy="381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NOME</a:t>
            </a:r>
          </a:p>
        </p:txBody>
      </p:sp>
      <p:sp>
        <p:nvSpPr>
          <p:cNvPr id="10" name="Espaço Reservado para Texto 22">
            <a:extLst>
              <a:ext uri="{FF2B5EF4-FFF2-40B4-BE49-F238E27FC236}">
                <a16:creationId xmlns:a16="http://schemas.microsoft.com/office/drawing/2014/main" id="{B87EC917-9411-4BC8-9160-0531F5A433B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80011" y="2623768"/>
            <a:ext cx="4534989" cy="381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NOME</a:t>
            </a:r>
          </a:p>
        </p:txBody>
      </p:sp>
      <p:sp>
        <p:nvSpPr>
          <p:cNvPr id="11" name="Espaço Reservado para Texto 22">
            <a:extLst>
              <a:ext uri="{FF2B5EF4-FFF2-40B4-BE49-F238E27FC236}">
                <a16:creationId xmlns:a16="http://schemas.microsoft.com/office/drawing/2014/main" id="{B7451A2F-0023-4AE1-8F2D-C2E914EB54D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80011" y="3059352"/>
            <a:ext cx="4534989" cy="381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NOME</a:t>
            </a:r>
          </a:p>
        </p:txBody>
      </p:sp>
      <p:sp>
        <p:nvSpPr>
          <p:cNvPr id="12" name="Espaço Reservado para Texto 22">
            <a:extLst>
              <a:ext uri="{FF2B5EF4-FFF2-40B4-BE49-F238E27FC236}">
                <a16:creationId xmlns:a16="http://schemas.microsoft.com/office/drawing/2014/main" id="{CDE632D2-E668-4F04-AC8D-7FC4A5D90B3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80011" y="3494936"/>
            <a:ext cx="4534989" cy="381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NOME</a:t>
            </a:r>
          </a:p>
        </p:txBody>
      </p:sp>
      <p:sp>
        <p:nvSpPr>
          <p:cNvPr id="13" name="Espaço Reservado para Texto 22">
            <a:extLst>
              <a:ext uri="{FF2B5EF4-FFF2-40B4-BE49-F238E27FC236}">
                <a16:creationId xmlns:a16="http://schemas.microsoft.com/office/drawing/2014/main" id="{D932D724-7013-4F2C-9486-4B4F85373A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80011" y="3930520"/>
            <a:ext cx="4534989" cy="381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NOME</a:t>
            </a:r>
          </a:p>
        </p:txBody>
      </p:sp>
      <p:sp>
        <p:nvSpPr>
          <p:cNvPr id="14" name="Espaço Reservado para Texto 22">
            <a:extLst>
              <a:ext uri="{FF2B5EF4-FFF2-40B4-BE49-F238E27FC236}">
                <a16:creationId xmlns:a16="http://schemas.microsoft.com/office/drawing/2014/main" id="{8382DE5A-88CB-4F55-8387-6B8E314A92C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80011" y="4366104"/>
            <a:ext cx="4534989" cy="381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NOME</a:t>
            </a:r>
          </a:p>
        </p:txBody>
      </p:sp>
      <p:sp>
        <p:nvSpPr>
          <p:cNvPr id="15" name="Espaço Reservado para Texto 22">
            <a:extLst>
              <a:ext uri="{FF2B5EF4-FFF2-40B4-BE49-F238E27FC236}">
                <a16:creationId xmlns:a16="http://schemas.microsoft.com/office/drawing/2014/main" id="{6AC84B4E-3BD0-4BF8-9EC7-801FCEB4BD4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80011" y="4801686"/>
            <a:ext cx="4534989" cy="381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NOME</a:t>
            </a:r>
          </a:p>
        </p:txBody>
      </p:sp>
      <p:sp>
        <p:nvSpPr>
          <p:cNvPr id="16" name="Espaço Reservado para Texto 22">
            <a:extLst>
              <a:ext uri="{FF2B5EF4-FFF2-40B4-BE49-F238E27FC236}">
                <a16:creationId xmlns:a16="http://schemas.microsoft.com/office/drawing/2014/main" id="{4BEC7447-1A45-4499-B483-8F490455C25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80011" y="5243417"/>
            <a:ext cx="4534989" cy="381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NOME</a:t>
            </a:r>
          </a:p>
        </p:txBody>
      </p:sp>
      <p:sp>
        <p:nvSpPr>
          <p:cNvPr id="17" name="Espaço Reservado para Texto 22">
            <a:extLst>
              <a:ext uri="{FF2B5EF4-FFF2-40B4-BE49-F238E27FC236}">
                <a16:creationId xmlns:a16="http://schemas.microsoft.com/office/drawing/2014/main" id="{46CF233B-2DD0-4899-A084-8E12953ADDC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80011" y="5678999"/>
            <a:ext cx="4534989" cy="381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NOME</a:t>
            </a:r>
          </a:p>
        </p:txBody>
      </p:sp>
      <p:sp>
        <p:nvSpPr>
          <p:cNvPr id="28" name="Espaço Reservado para Texto 22">
            <a:extLst>
              <a:ext uri="{FF2B5EF4-FFF2-40B4-BE49-F238E27FC236}">
                <a16:creationId xmlns:a16="http://schemas.microsoft.com/office/drawing/2014/main" id="{58D17ABB-15E9-4C23-AB99-AF01F2A6FD4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15000" y="1746453"/>
            <a:ext cx="1180011" cy="381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RA</a:t>
            </a:r>
          </a:p>
        </p:txBody>
      </p:sp>
      <p:sp>
        <p:nvSpPr>
          <p:cNvPr id="29" name="Espaço Reservado para Texto 22">
            <a:extLst>
              <a:ext uri="{FF2B5EF4-FFF2-40B4-BE49-F238E27FC236}">
                <a16:creationId xmlns:a16="http://schemas.microsoft.com/office/drawing/2014/main" id="{684C693B-775B-4DD8-BE8B-F369CAC5266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95011" y="1734159"/>
            <a:ext cx="2066109" cy="39329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CURSO</a:t>
            </a:r>
          </a:p>
        </p:txBody>
      </p:sp>
      <p:sp>
        <p:nvSpPr>
          <p:cNvPr id="30" name="Espaço Reservado para Texto 22">
            <a:extLst>
              <a:ext uri="{FF2B5EF4-FFF2-40B4-BE49-F238E27FC236}">
                <a16:creationId xmlns:a16="http://schemas.microsoft.com/office/drawing/2014/main" id="{42FAC3D8-648A-439C-BB84-3B4BE4B93A1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61120" y="1746453"/>
            <a:ext cx="2066109" cy="39329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SEMESTRE</a:t>
            </a:r>
          </a:p>
        </p:txBody>
      </p:sp>
      <p:sp>
        <p:nvSpPr>
          <p:cNvPr id="31" name="Espaço Reservado para Texto 22">
            <a:extLst>
              <a:ext uri="{FF2B5EF4-FFF2-40B4-BE49-F238E27FC236}">
                <a16:creationId xmlns:a16="http://schemas.microsoft.com/office/drawing/2014/main" id="{C72B5970-46BB-48A2-ADCB-07924577B2B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715000" y="2185110"/>
            <a:ext cx="1180011" cy="381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RA</a:t>
            </a:r>
          </a:p>
        </p:txBody>
      </p:sp>
      <p:sp>
        <p:nvSpPr>
          <p:cNvPr id="32" name="Espaço Reservado para Texto 22">
            <a:extLst>
              <a:ext uri="{FF2B5EF4-FFF2-40B4-BE49-F238E27FC236}">
                <a16:creationId xmlns:a16="http://schemas.microsoft.com/office/drawing/2014/main" id="{7165DE26-F73E-460D-864D-E47BFA64475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95011" y="2172816"/>
            <a:ext cx="2066109" cy="39329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CURSO</a:t>
            </a:r>
          </a:p>
        </p:txBody>
      </p:sp>
      <p:sp>
        <p:nvSpPr>
          <p:cNvPr id="33" name="Espaço Reservado para Texto 22">
            <a:extLst>
              <a:ext uri="{FF2B5EF4-FFF2-40B4-BE49-F238E27FC236}">
                <a16:creationId xmlns:a16="http://schemas.microsoft.com/office/drawing/2014/main" id="{A988AF43-7499-40C2-9249-F29DFCAC534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961120" y="2185110"/>
            <a:ext cx="2066109" cy="39329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SEMESTRE</a:t>
            </a:r>
          </a:p>
        </p:txBody>
      </p:sp>
      <p:sp>
        <p:nvSpPr>
          <p:cNvPr id="34" name="Espaço Reservado para Texto 22">
            <a:extLst>
              <a:ext uri="{FF2B5EF4-FFF2-40B4-BE49-F238E27FC236}">
                <a16:creationId xmlns:a16="http://schemas.microsoft.com/office/drawing/2014/main" id="{B5D54225-40C0-41F7-AFD3-C78914ADE56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715000" y="2632618"/>
            <a:ext cx="1180011" cy="381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RA</a:t>
            </a:r>
          </a:p>
        </p:txBody>
      </p:sp>
      <p:sp>
        <p:nvSpPr>
          <p:cNvPr id="35" name="Espaço Reservado para Texto 22">
            <a:extLst>
              <a:ext uri="{FF2B5EF4-FFF2-40B4-BE49-F238E27FC236}">
                <a16:creationId xmlns:a16="http://schemas.microsoft.com/office/drawing/2014/main" id="{6090F6E6-F459-49FB-AE93-41EC243582E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895011" y="2620324"/>
            <a:ext cx="2066109" cy="39329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CURSO</a:t>
            </a:r>
          </a:p>
        </p:txBody>
      </p:sp>
      <p:sp>
        <p:nvSpPr>
          <p:cNvPr id="36" name="Espaço Reservado para Texto 22">
            <a:extLst>
              <a:ext uri="{FF2B5EF4-FFF2-40B4-BE49-F238E27FC236}">
                <a16:creationId xmlns:a16="http://schemas.microsoft.com/office/drawing/2014/main" id="{74D8AAC4-A242-48E1-B202-80AD6BCABEB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961120" y="2632618"/>
            <a:ext cx="2066109" cy="39329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SEMESTRE</a:t>
            </a:r>
          </a:p>
        </p:txBody>
      </p:sp>
      <p:sp>
        <p:nvSpPr>
          <p:cNvPr id="37" name="Espaço Reservado para Texto 22">
            <a:extLst>
              <a:ext uri="{FF2B5EF4-FFF2-40B4-BE49-F238E27FC236}">
                <a16:creationId xmlns:a16="http://schemas.microsoft.com/office/drawing/2014/main" id="{9EE6B00C-0AE3-46E2-B053-48E07333922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715000" y="3071275"/>
            <a:ext cx="1180011" cy="381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RA</a:t>
            </a:r>
          </a:p>
        </p:txBody>
      </p:sp>
      <p:sp>
        <p:nvSpPr>
          <p:cNvPr id="38" name="Espaço Reservado para Texto 22">
            <a:extLst>
              <a:ext uri="{FF2B5EF4-FFF2-40B4-BE49-F238E27FC236}">
                <a16:creationId xmlns:a16="http://schemas.microsoft.com/office/drawing/2014/main" id="{DFA37428-F440-420A-9299-30D1F7152C7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895011" y="3058981"/>
            <a:ext cx="2066109" cy="39329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CURSO</a:t>
            </a:r>
          </a:p>
        </p:txBody>
      </p:sp>
      <p:sp>
        <p:nvSpPr>
          <p:cNvPr id="39" name="Espaço Reservado para Texto 22">
            <a:extLst>
              <a:ext uri="{FF2B5EF4-FFF2-40B4-BE49-F238E27FC236}">
                <a16:creationId xmlns:a16="http://schemas.microsoft.com/office/drawing/2014/main" id="{8AB72889-21D6-497C-9579-61C66E26BEE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961120" y="3071275"/>
            <a:ext cx="2066109" cy="39329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SEMESTRE</a:t>
            </a:r>
          </a:p>
        </p:txBody>
      </p:sp>
      <p:sp>
        <p:nvSpPr>
          <p:cNvPr id="40" name="Espaço Reservado para Texto 22">
            <a:extLst>
              <a:ext uri="{FF2B5EF4-FFF2-40B4-BE49-F238E27FC236}">
                <a16:creationId xmlns:a16="http://schemas.microsoft.com/office/drawing/2014/main" id="{B9D3C51F-E668-4BAE-B051-54D3D1DC1EF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734594" y="3501352"/>
            <a:ext cx="1180011" cy="381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RA</a:t>
            </a:r>
          </a:p>
        </p:txBody>
      </p:sp>
      <p:sp>
        <p:nvSpPr>
          <p:cNvPr id="41" name="Espaço Reservado para Texto 22">
            <a:extLst>
              <a:ext uri="{FF2B5EF4-FFF2-40B4-BE49-F238E27FC236}">
                <a16:creationId xmlns:a16="http://schemas.microsoft.com/office/drawing/2014/main" id="{8DDAC01A-F414-475E-A8BF-A39A84EE5CB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914605" y="3489058"/>
            <a:ext cx="2066109" cy="39329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CURSO</a:t>
            </a:r>
          </a:p>
        </p:txBody>
      </p:sp>
      <p:sp>
        <p:nvSpPr>
          <p:cNvPr id="42" name="Espaço Reservado para Texto 22">
            <a:extLst>
              <a:ext uri="{FF2B5EF4-FFF2-40B4-BE49-F238E27FC236}">
                <a16:creationId xmlns:a16="http://schemas.microsoft.com/office/drawing/2014/main" id="{D861E9F2-47FF-465D-82AE-D5785799F5A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980714" y="3501352"/>
            <a:ext cx="2066109" cy="39329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SEMESTRE</a:t>
            </a:r>
          </a:p>
        </p:txBody>
      </p:sp>
      <p:sp>
        <p:nvSpPr>
          <p:cNvPr id="43" name="Espaço Reservado para Texto 22">
            <a:extLst>
              <a:ext uri="{FF2B5EF4-FFF2-40B4-BE49-F238E27FC236}">
                <a16:creationId xmlns:a16="http://schemas.microsoft.com/office/drawing/2014/main" id="{404B3692-756F-471F-BB36-1442D27FEFE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734594" y="3940009"/>
            <a:ext cx="1180011" cy="381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RA</a:t>
            </a:r>
          </a:p>
        </p:txBody>
      </p:sp>
      <p:sp>
        <p:nvSpPr>
          <p:cNvPr id="44" name="Espaço Reservado para Texto 22">
            <a:extLst>
              <a:ext uri="{FF2B5EF4-FFF2-40B4-BE49-F238E27FC236}">
                <a16:creationId xmlns:a16="http://schemas.microsoft.com/office/drawing/2014/main" id="{8F1E29AE-A718-475A-B1D4-F910DADF7D9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14605" y="3927715"/>
            <a:ext cx="2066109" cy="39329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CURSO</a:t>
            </a:r>
          </a:p>
        </p:txBody>
      </p:sp>
      <p:sp>
        <p:nvSpPr>
          <p:cNvPr id="45" name="Espaço Reservado para Texto 22">
            <a:extLst>
              <a:ext uri="{FF2B5EF4-FFF2-40B4-BE49-F238E27FC236}">
                <a16:creationId xmlns:a16="http://schemas.microsoft.com/office/drawing/2014/main" id="{363A7C2C-A9C3-4F83-95B0-CF8DF4BE38A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980714" y="3940009"/>
            <a:ext cx="2066109" cy="39329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SEMESTRE</a:t>
            </a:r>
          </a:p>
        </p:txBody>
      </p:sp>
      <p:sp>
        <p:nvSpPr>
          <p:cNvPr id="46" name="Espaço Reservado para Texto 22">
            <a:extLst>
              <a:ext uri="{FF2B5EF4-FFF2-40B4-BE49-F238E27FC236}">
                <a16:creationId xmlns:a16="http://schemas.microsoft.com/office/drawing/2014/main" id="{1045DD5D-5F6A-4564-8E0D-7D4ED1E4BED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734594" y="4387517"/>
            <a:ext cx="1180011" cy="381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RA</a:t>
            </a:r>
          </a:p>
        </p:txBody>
      </p:sp>
      <p:sp>
        <p:nvSpPr>
          <p:cNvPr id="47" name="Espaço Reservado para Texto 22">
            <a:extLst>
              <a:ext uri="{FF2B5EF4-FFF2-40B4-BE49-F238E27FC236}">
                <a16:creationId xmlns:a16="http://schemas.microsoft.com/office/drawing/2014/main" id="{F7681156-1397-4BA8-9832-A699FA6E44F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914605" y="4375223"/>
            <a:ext cx="2066109" cy="39329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CURSO</a:t>
            </a:r>
          </a:p>
        </p:txBody>
      </p:sp>
      <p:sp>
        <p:nvSpPr>
          <p:cNvPr id="48" name="Espaço Reservado para Texto 22">
            <a:extLst>
              <a:ext uri="{FF2B5EF4-FFF2-40B4-BE49-F238E27FC236}">
                <a16:creationId xmlns:a16="http://schemas.microsoft.com/office/drawing/2014/main" id="{53F790CA-D244-421D-BDD7-C7DB8846644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980714" y="4387517"/>
            <a:ext cx="2066109" cy="39329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SEMESTRE</a:t>
            </a:r>
          </a:p>
        </p:txBody>
      </p:sp>
      <p:sp>
        <p:nvSpPr>
          <p:cNvPr id="49" name="Espaço Reservado para Texto 22">
            <a:extLst>
              <a:ext uri="{FF2B5EF4-FFF2-40B4-BE49-F238E27FC236}">
                <a16:creationId xmlns:a16="http://schemas.microsoft.com/office/drawing/2014/main" id="{D6772C4F-B72B-4A8B-AF59-9EF22A47B89F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734594" y="4826174"/>
            <a:ext cx="1180011" cy="381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RA</a:t>
            </a:r>
          </a:p>
        </p:txBody>
      </p:sp>
      <p:sp>
        <p:nvSpPr>
          <p:cNvPr id="50" name="Espaço Reservado para Texto 22">
            <a:extLst>
              <a:ext uri="{FF2B5EF4-FFF2-40B4-BE49-F238E27FC236}">
                <a16:creationId xmlns:a16="http://schemas.microsoft.com/office/drawing/2014/main" id="{E8AF76E9-6328-4DA0-B7DE-868F985B22C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914605" y="4813880"/>
            <a:ext cx="2066109" cy="39329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CURSO</a:t>
            </a:r>
          </a:p>
        </p:txBody>
      </p:sp>
      <p:sp>
        <p:nvSpPr>
          <p:cNvPr id="51" name="Espaço Reservado para Texto 22">
            <a:extLst>
              <a:ext uri="{FF2B5EF4-FFF2-40B4-BE49-F238E27FC236}">
                <a16:creationId xmlns:a16="http://schemas.microsoft.com/office/drawing/2014/main" id="{56B849D4-A9DA-46A1-ABF9-6211B6551B1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980714" y="4826174"/>
            <a:ext cx="2066109" cy="39329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SEMESTRE</a:t>
            </a:r>
          </a:p>
        </p:txBody>
      </p:sp>
      <p:sp>
        <p:nvSpPr>
          <p:cNvPr id="52" name="Espaço Reservado para Texto 22">
            <a:extLst>
              <a:ext uri="{FF2B5EF4-FFF2-40B4-BE49-F238E27FC236}">
                <a16:creationId xmlns:a16="http://schemas.microsoft.com/office/drawing/2014/main" id="{73A0017E-AD77-45B4-9B0A-14466047147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754188" y="5222285"/>
            <a:ext cx="1180011" cy="381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RA</a:t>
            </a:r>
          </a:p>
        </p:txBody>
      </p:sp>
      <p:sp>
        <p:nvSpPr>
          <p:cNvPr id="53" name="Espaço Reservado para Texto 22">
            <a:extLst>
              <a:ext uri="{FF2B5EF4-FFF2-40B4-BE49-F238E27FC236}">
                <a16:creationId xmlns:a16="http://schemas.microsoft.com/office/drawing/2014/main" id="{B46F2DFE-627C-4BA8-B774-C678AB71654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934199" y="5209991"/>
            <a:ext cx="2066109" cy="39329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CURSO</a:t>
            </a:r>
          </a:p>
        </p:txBody>
      </p:sp>
      <p:sp>
        <p:nvSpPr>
          <p:cNvPr id="54" name="Espaço Reservado para Texto 22">
            <a:extLst>
              <a:ext uri="{FF2B5EF4-FFF2-40B4-BE49-F238E27FC236}">
                <a16:creationId xmlns:a16="http://schemas.microsoft.com/office/drawing/2014/main" id="{425F8C12-56AA-44CA-B366-210A8D488E3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000308" y="5222285"/>
            <a:ext cx="2066109" cy="39329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SEMESTRE</a:t>
            </a:r>
          </a:p>
        </p:txBody>
      </p:sp>
      <p:sp>
        <p:nvSpPr>
          <p:cNvPr id="55" name="Espaço Reservado para Texto 22">
            <a:extLst>
              <a:ext uri="{FF2B5EF4-FFF2-40B4-BE49-F238E27FC236}">
                <a16:creationId xmlns:a16="http://schemas.microsoft.com/office/drawing/2014/main" id="{CC11CEB4-AD9B-44A3-A105-71EC836CE1F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754188" y="5660942"/>
            <a:ext cx="1180011" cy="381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RA</a:t>
            </a:r>
          </a:p>
        </p:txBody>
      </p:sp>
      <p:sp>
        <p:nvSpPr>
          <p:cNvPr id="56" name="Espaço Reservado para Texto 22">
            <a:extLst>
              <a:ext uri="{FF2B5EF4-FFF2-40B4-BE49-F238E27FC236}">
                <a16:creationId xmlns:a16="http://schemas.microsoft.com/office/drawing/2014/main" id="{ADA7E93E-C152-4DF5-86A3-F6661D75196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934199" y="5648648"/>
            <a:ext cx="2066109" cy="39329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CURSO</a:t>
            </a:r>
          </a:p>
        </p:txBody>
      </p:sp>
      <p:sp>
        <p:nvSpPr>
          <p:cNvPr id="57" name="Espaço Reservado para Texto 22">
            <a:extLst>
              <a:ext uri="{FF2B5EF4-FFF2-40B4-BE49-F238E27FC236}">
                <a16:creationId xmlns:a16="http://schemas.microsoft.com/office/drawing/2014/main" id="{2719A983-0490-45CF-8A76-FE6E609731DA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000308" y="5660942"/>
            <a:ext cx="2066109" cy="39329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SEMESTRE</a:t>
            </a:r>
          </a:p>
        </p:txBody>
      </p:sp>
    </p:spTree>
    <p:extLst>
      <p:ext uri="{BB962C8B-B14F-4D97-AF65-F5344CB8AC3E}">
        <p14:creationId xmlns:p14="http://schemas.microsoft.com/office/powerpoint/2010/main" val="1455304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4341094-7F00-4945-A852-4890436DF5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Espaço Reservado para Texto 22">
            <a:extLst>
              <a:ext uri="{FF2B5EF4-FFF2-40B4-BE49-F238E27FC236}">
                <a16:creationId xmlns:a16="http://schemas.microsoft.com/office/drawing/2014/main" id="{D216A618-5610-4124-A190-106197316E4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52800" y="1600200"/>
            <a:ext cx="7315200" cy="6096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Crie um nome para o seu projeto.</a:t>
            </a:r>
          </a:p>
        </p:txBody>
      </p:sp>
      <p:sp>
        <p:nvSpPr>
          <p:cNvPr id="9" name="Espaço Reservado para Texto 22">
            <a:extLst>
              <a:ext uri="{FF2B5EF4-FFF2-40B4-BE49-F238E27FC236}">
                <a16:creationId xmlns:a16="http://schemas.microsoft.com/office/drawing/2014/main" id="{E89C08DB-E872-4E8E-BA00-6922B442B03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52800" y="2209800"/>
            <a:ext cx="7315200" cy="6858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nome do professor.</a:t>
            </a:r>
          </a:p>
        </p:txBody>
      </p:sp>
      <p:sp>
        <p:nvSpPr>
          <p:cNvPr id="10" name="Espaço Reservado para Texto 22">
            <a:extLst>
              <a:ext uri="{FF2B5EF4-FFF2-40B4-BE49-F238E27FC236}">
                <a16:creationId xmlns:a16="http://schemas.microsoft.com/office/drawing/2014/main" id="{28727C01-1756-4018-8CE7-0C8AF0DEF37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52800" y="2926080"/>
            <a:ext cx="7315200" cy="6096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seu nome.</a:t>
            </a:r>
          </a:p>
        </p:txBody>
      </p:sp>
      <p:sp>
        <p:nvSpPr>
          <p:cNvPr id="11" name="Espaço Reservado para Texto 22">
            <a:extLst>
              <a:ext uri="{FF2B5EF4-FFF2-40B4-BE49-F238E27FC236}">
                <a16:creationId xmlns:a16="http://schemas.microsoft.com/office/drawing/2014/main" id="{03486A24-96EE-4B32-ADE9-487E4B21B38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52800" y="3535680"/>
            <a:ext cx="7315200" cy="6858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seu RA.</a:t>
            </a:r>
          </a:p>
        </p:txBody>
      </p:sp>
      <p:sp>
        <p:nvSpPr>
          <p:cNvPr id="12" name="Espaço Reservado para Texto 22">
            <a:extLst>
              <a:ext uri="{FF2B5EF4-FFF2-40B4-BE49-F238E27FC236}">
                <a16:creationId xmlns:a16="http://schemas.microsoft.com/office/drawing/2014/main" id="{ED4438AD-FCA9-4548-9764-3B861D2D8B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52800" y="4282440"/>
            <a:ext cx="7315200" cy="6096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seu curso.</a:t>
            </a:r>
          </a:p>
        </p:txBody>
      </p:sp>
      <p:sp>
        <p:nvSpPr>
          <p:cNvPr id="13" name="Espaço Reservado para Texto 22">
            <a:extLst>
              <a:ext uri="{FF2B5EF4-FFF2-40B4-BE49-F238E27FC236}">
                <a16:creationId xmlns:a16="http://schemas.microsoft.com/office/drawing/2014/main" id="{4925CB75-6BD0-4F1D-82CD-1AEBD2C0E7B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52800" y="4892040"/>
            <a:ext cx="7315200" cy="6858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rgbClr val="012F7F"/>
                </a:solidFill>
                <a:latin typeface="+mn-lt"/>
              </a:defRPr>
            </a:lvl1pPr>
          </a:lstStyle>
          <a:p>
            <a:pPr lvl="0"/>
            <a:r>
              <a:rPr lang="pt-BR" dirty="0"/>
              <a:t>Inserir semestre/módulo.</a:t>
            </a:r>
          </a:p>
        </p:txBody>
      </p:sp>
    </p:spTree>
    <p:extLst>
      <p:ext uri="{BB962C8B-B14F-4D97-AF65-F5344CB8AC3E}">
        <p14:creationId xmlns:p14="http://schemas.microsoft.com/office/powerpoint/2010/main" val="548117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BA365CAE-4F4D-4EF1-87FE-272D685915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380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B83F0B0-F6C2-46C5-960F-40FBD6730F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Espaço Reservado para Texto 6">
            <a:extLst>
              <a:ext uri="{FF2B5EF4-FFF2-40B4-BE49-F238E27FC236}">
                <a16:creationId xmlns:a16="http://schemas.microsoft.com/office/drawing/2014/main" id="{2E4DFDC9-E786-4BAE-A98C-2CF1F173AFD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5189" y="1828801"/>
            <a:ext cx="9753600" cy="838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12F7F"/>
                </a:solidFill>
              </a:defRPr>
            </a:lvl1pPr>
          </a:lstStyle>
          <a:p>
            <a:pPr lvl="0"/>
            <a:r>
              <a:rPr lang="pt-BR" dirty="0"/>
              <a:t>Descreva onde a ação ocorrerá.</a:t>
            </a:r>
          </a:p>
        </p:txBody>
      </p:sp>
      <p:sp>
        <p:nvSpPr>
          <p:cNvPr id="11" name="Espaço Reservado para Texto 6">
            <a:extLst>
              <a:ext uri="{FF2B5EF4-FFF2-40B4-BE49-F238E27FC236}">
                <a16:creationId xmlns:a16="http://schemas.microsoft.com/office/drawing/2014/main" id="{2CE5BDCB-BC35-43F5-A968-E9CA5421A60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5189" y="3324498"/>
            <a:ext cx="9753600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pt-BR" sz="1800" smtClean="0">
                <a:solidFill>
                  <a:srgbClr val="012F7F"/>
                </a:solidFill>
                <a:effectLst/>
              </a:defRPr>
            </a:lvl1pPr>
          </a:lstStyle>
          <a:p>
            <a:pPr lvl="0"/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Apresente a razão pela qual optou por desenvolver a ação, após visita ao local.</a:t>
            </a:r>
            <a:endParaRPr lang="pt-BR" dirty="0"/>
          </a:p>
        </p:txBody>
      </p:sp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EAB8B31C-0BFF-4795-AEB7-5A4466C207A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5189" y="4900748"/>
            <a:ext cx="9753600" cy="13476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pt-BR" sz="1800" smtClean="0">
                <a:solidFill>
                  <a:srgbClr val="012F7F"/>
                </a:solidFill>
                <a:effectLst/>
              </a:defRPr>
            </a:lvl1pPr>
          </a:lstStyle>
          <a:p>
            <a:pPr lvl="0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</a:rPr>
              <a:t>Caracterize e quantifique as pessoas/grupos beneficiados com o projeto.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8819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8054C4C0-7475-4FB0-9597-A86C18B4FE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7A7BBC8D-7770-4C97-A667-8E4A4FFB05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5189" y="1828800"/>
            <a:ext cx="9753600" cy="449579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12F7F"/>
                </a:solidFill>
              </a:defRPr>
            </a:lvl1pPr>
          </a:lstStyle>
          <a:p>
            <a:pPr lvl="0"/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Apresente quais são os objetivos da proposta.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3596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7E3DD29-AC2E-4343-BF40-6DEF8D84E1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Espaço Reservado para Imagem 3">
            <a:extLst>
              <a:ext uri="{FF2B5EF4-FFF2-40B4-BE49-F238E27FC236}">
                <a16:creationId xmlns:a16="http://schemas.microsoft.com/office/drawing/2014/main" id="{23598B8A-F309-43CC-9DAB-625530E1641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72143" y="1828800"/>
            <a:ext cx="4678680" cy="3048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12F7F"/>
                </a:solidFill>
              </a:defRPr>
            </a:lvl1pPr>
          </a:lstStyle>
          <a:p>
            <a:pPr lvl="0"/>
            <a:r>
              <a:rPr lang="pt-BR" sz="1800" dirty="0">
                <a:effectLst/>
                <a:latin typeface="Calibri" panose="020F0502020204030204" pitchFamily="34" charset="0"/>
              </a:rPr>
              <a:t>Insira uma imagem do local.</a:t>
            </a:r>
            <a:endParaRPr lang="pt-BR" dirty="0"/>
          </a:p>
        </p:txBody>
      </p:sp>
      <p:sp>
        <p:nvSpPr>
          <p:cNvPr id="9" name="Espaço Reservado para Imagem 3">
            <a:extLst>
              <a:ext uri="{FF2B5EF4-FFF2-40B4-BE49-F238E27FC236}">
                <a16:creationId xmlns:a16="http://schemas.microsoft.com/office/drawing/2014/main" id="{52A8DDFF-3368-428C-96AA-144CEC0C618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151121" y="1828800"/>
            <a:ext cx="4678680" cy="3048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12F7F"/>
                </a:solidFill>
              </a:defRPr>
            </a:lvl1pPr>
          </a:lstStyle>
          <a:p>
            <a:pPr lvl="0"/>
            <a:r>
              <a:rPr lang="pt-BR" sz="1800" dirty="0">
                <a:effectLst/>
                <a:latin typeface="Calibri" panose="020F0502020204030204" pitchFamily="34" charset="0"/>
              </a:rPr>
              <a:t>Insira uma imagem do local.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27910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700C57A6-55B2-4455-98A5-89FA2EDC52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273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441F5F78-E654-403A-9E55-CE19C566B6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CB5F9269-5F2F-4410-843F-BA7DDA712633}"/>
              </a:ext>
            </a:extLst>
          </p:cNvPr>
          <p:cNvSpPr/>
          <p:nvPr userDrawn="1"/>
        </p:nvSpPr>
        <p:spPr>
          <a:xfrm>
            <a:off x="370782" y="1802282"/>
            <a:ext cx="4320000" cy="4399288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Espaço Reservado para Texto 6">
            <a:extLst>
              <a:ext uri="{FF2B5EF4-FFF2-40B4-BE49-F238E27FC236}">
                <a16:creationId xmlns:a16="http://schemas.microsoft.com/office/drawing/2014/main" id="{D9C2A768-C1F5-4B04-A098-EEDEAAD415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0782" y="1812279"/>
            <a:ext cx="4320000" cy="437929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pt-BR" sz="1800" smtClean="0">
                <a:solidFill>
                  <a:srgbClr val="012F7F"/>
                </a:solidFill>
                <a:effectLst/>
              </a:defRPr>
            </a:lvl1pPr>
          </a:lstStyle>
          <a:p>
            <a:pPr lvl="0"/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Descreva o problema existente no local da ação que motivou o projeto.</a:t>
            </a:r>
            <a:endParaRPr lang="pt-BR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E95F6C0-8833-4D2A-A976-1B6BF52AF830}"/>
              </a:ext>
            </a:extLst>
          </p:cNvPr>
          <p:cNvSpPr/>
          <p:nvPr userDrawn="1"/>
        </p:nvSpPr>
        <p:spPr>
          <a:xfrm>
            <a:off x="5029200" y="1810662"/>
            <a:ext cx="4320000" cy="4382528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spaço Reservado para Texto 6">
            <a:extLst>
              <a:ext uri="{FF2B5EF4-FFF2-40B4-BE49-F238E27FC236}">
                <a16:creationId xmlns:a16="http://schemas.microsoft.com/office/drawing/2014/main" id="{EFFA262F-AD1A-4598-9471-56E8059D09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29200" y="1832114"/>
            <a:ext cx="4320000" cy="433962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pt-BR" sz="1800" smtClean="0">
                <a:solidFill>
                  <a:srgbClr val="012F7F"/>
                </a:solidFill>
                <a:effectLst/>
              </a:defRPr>
            </a:lvl1pPr>
          </a:lstStyle>
          <a:p>
            <a:pPr lvl="0"/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Descreva os resultados que você espera obter com o desenvolvimento do projeto e a realização da ação.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72483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5A96A10-97DA-4057-B294-4007AEC23F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Espaço Reservado para Texto 6">
            <a:extLst>
              <a:ext uri="{FF2B5EF4-FFF2-40B4-BE49-F238E27FC236}">
                <a16:creationId xmlns:a16="http://schemas.microsoft.com/office/drawing/2014/main" id="{D9348E8A-1786-4D7D-9F4A-8599EAEA5E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752601"/>
            <a:ext cx="9720000" cy="4419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pt-BR" sz="1600" smtClean="0">
                <a:solidFill>
                  <a:srgbClr val="012F7F"/>
                </a:solidFill>
                <a:effectLst/>
              </a:defRPr>
            </a:lvl1pPr>
          </a:lstStyle>
          <a:p>
            <a:pPr lvl="0"/>
            <a:r>
              <a:rPr lang="pt-BR" dirty="0"/>
              <a:t>Utilize referências para fundamentar o problema encontrado e a justificativa do seu projeto.</a:t>
            </a:r>
          </a:p>
        </p:txBody>
      </p:sp>
    </p:spTree>
    <p:extLst>
      <p:ext uri="{BB962C8B-B14F-4D97-AF65-F5344CB8AC3E}">
        <p14:creationId xmlns:p14="http://schemas.microsoft.com/office/powerpoint/2010/main" val="391956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DDED6052-EC55-4011-89FA-2116D4C201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9826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5DE74F4-D589-4777-986F-2D84524C29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Espaço Reservado para Texto 6">
            <a:extLst>
              <a:ext uri="{FF2B5EF4-FFF2-40B4-BE49-F238E27FC236}">
                <a16:creationId xmlns:a16="http://schemas.microsoft.com/office/drawing/2014/main" id="{71AD018D-A116-4C0A-A022-394A91C157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2052948"/>
            <a:ext cx="9906000" cy="44240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pt-BR" sz="1800" smtClean="0">
                <a:solidFill>
                  <a:srgbClr val="012F7F"/>
                </a:solidFill>
                <a:effectLst/>
              </a:defRPr>
            </a:lvl1pPr>
          </a:lstStyle>
          <a:p>
            <a:pPr lvl="0"/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Descreva detalhadamente o seu projeto.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04077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692EEE02-7448-4D93-9D0B-724E4B7040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502661E9-7F1F-46BF-A75B-D51E6129309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932069770"/>
              </p:ext>
            </p:extLst>
          </p:nvPr>
        </p:nvGraphicFramePr>
        <p:xfrm>
          <a:off x="366772" y="2362912"/>
          <a:ext cx="9971279" cy="41481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1760372695"/>
                    </a:ext>
                  </a:extLst>
                </a:gridCol>
                <a:gridCol w="6210020">
                  <a:extLst>
                    <a:ext uri="{9D8B030D-6E8A-4147-A177-3AD203B41FA5}">
                      <a16:colId xmlns:a16="http://schemas.microsoft.com/office/drawing/2014/main" val="1388191489"/>
                    </a:ext>
                  </a:extLst>
                </a:gridCol>
                <a:gridCol w="2389659">
                  <a:extLst>
                    <a:ext uri="{9D8B030D-6E8A-4147-A177-3AD203B41FA5}">
                      <a16:colId xmlns:a16="http://schemas.microsoft.com/office/drawing/2014/main" val="660235788"/>
                    </a:ext>
                  </a:extLst>
                </a:gridCol>
              </a:tblGrid>
              <a:tr h="82646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6393344"/>
                  </a:ext>
                </a:extLst>
              </a:tr>
              <a:tr h="82646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7085034"/>
                  </a:ext>
                </a:extLst>
              </a:tr>
              <a:tr h="82646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4442527"/>
                  </a:ext>
                </a:extLst>
              </a:tr>
              <a:tr h="82646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555738"/>
                  </a:ext>
                </a:extLst>
              </a:tr>
              <a:tr h="842288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6913208"/>
                  </a:ext>
                </a:extLst>
              </a:tr>
            </a:tbl>
          </a:graphicData>
        </a:graphic>
      </p:graphicFrame>
      <p:sp>
        <p:nvSpPr>
          <p:cNvPr id="9" name="Espaço Reservado para Texto 6">
            <a:extLst>
              <a:ext uri="{FF2B5EF4-FFF2-40B4-BE49-F238E27FC236}">
                <a16:creationId xmlns:a16="http://schemas.microsoft.com/office/drawing/2014/main" id="{D0209E35-173B-48DE-A0C6-B645318C3C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63076" y="2369909"/>
            <a:ext cx="6161124" cy="79890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lang="pt-BR" sz="1800" smtClean="0">
                <a:solidFill>
                  <a:srgbClr val="012F7F"/>
                </a:solidFill>
                <a:effectLst/>
              </a:defRPr>
            </a:lvl1pPr>
          </a:lstStyle>
          <a:p>
            <a:pPr lvl="0"/>
            <a:r>
              <a:rPr lang="pt-BR" sz="1800" dirty="0">
                <a:effectLst/>
                <a:latin typeface="Calibri" panose="020F0502020204030204" pitchFamily="34" charset="0"/>
              </a:rPr>
              <a:t>Insira a atividade</a:t>
            </a:r>
            <a:endParaRPr lang="pt-BR" dirty="0"/>
          </a:p>
        </p:txBody>
      </p:sp>
      <p:sp>
        <p:nvSpPr>
          <p:cNvPr id="10" name="Espaço Reservado para Texto 6">
            <a:extLst>
              <a:ext uri="{FF2B5EF4-FFF2-40B4-BE49-F238E27FC236}">
                <a16:creationId xmlns:a16="http://schemas.microsoft.com/office/drawing/2014/main" id="{A9BBE95C-72DD-4199-9761-B17B9854CED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6771" y="2380561"/>
            <a:ext cx="1396305" cy="7776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lang="pt-BR" sz="1800" smtClean="0">
                <a:solidFill>
                  <a:srgbClr val="012F7F"/>
                </a:solidFill>
                <a:effectLst/>
              </a:defRPr>
            </a:lvl1pPr>
          </a:lstStyle>
          <a:p>
            <a:pPr lvl="0"/>
            <a:r>
              <a:rPr lang="pt-BR" sz="1800" dirty="0">
                <a:effectLst/>
                <a:latin typeface="Calibri" panose="020F0502020204030204" pitchFamily="34" charset="0"/>
              </a:rPr>
              <a:t>Insira a data</a:t>
            </a:r>
            <a:endParaRPr lang="pt-BR" dirty="0"/>
          </a:p>
        </p:txBody>
      </p:sp>
      <p:sp>
        <p:nvSpPr>
          <p:cNvPr id="11" name="Espaço Reservado para Texto 6">
            <a:extLst>
              <a:ext uri="{FF2B5EF4-FFF2-40B4-BE49-F238E27FC236}">
                <a16:creationId xmlns:a16="http://schemas.microsoft.com/office/drawing/2014/main" id="{9F08EB1C-82EE-4727-979A-8A2095056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6771" y="3209618"/>
            <a:ext cx="1396305" cy="7776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lang="pt-BR" sz="1800" smtClean="0">
                <a:solidFill>
                  <a:srgbClr val="012F7F"/>
                </a:solidFill>
                <a:effectLst/>
              </a:defRPr>
            </a:lvl1pPr>
          </a:lstStyle>
          <a:p>
            <a:pPr lvl="0"/>
            <a:r>
              <a:rPr lang="pt-BR" sz="1800" dirty="0">
                <a:effectLst/>
                <a:latin typeface="Calibri" panose="020F0502020204030204" pitchFamily="34" charset="0"/>
              </a:rPr>
              <a:t>Insira a data</a:t>
            </a:r>
            <a:endParaRPr lang="pt-BR" dirty="0"/>
          </a:p>
        </p:txBody>
      </p:sp>
      <p:sp>
        <p:nvSpPr>
          <p:cNvPr id="12" name="Espaço Reservado para Texto 6">
            <a:extLst>
              <a:ext uri="{FF2B5EF4-FFF2-40B4-BE49-F238E27FC236}">
                <a16:creationId xmlns:a16="http://schemas.microsoft.com/office/drawing/2014/main" id="{E67BA498-AD60-4753-816E-EDD309B8F45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6771" y="4012271"/>
            <a:ext cx="1396305" cy="7776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lang="pt-BR" sz="1800" smtClean="0">
                <a:solidFill>
                  <a:srgbClr val="012F7F"/>
                </a:solidFill>
                <a:effectLst/>
              </a:defRPr>
            </a:lvl1pPr>
          </a:lstStyle>
          <a:p>
            <a:pPr lvl="0"/>
            <a:r>
              <a:rPr lang="pt-BR" sz="1800" dirty="0">
                <a:effectLst/>
                <a:latin typeface="Calibri" panose="020F0502020204030204" pitchFamily="34" charset="0"/>
              </a:rPr>
              <a:t>Insira a data</a:t>
            </a:r>
            <a:endParaRPr lang="pt-BR" dirty="0"/>
          </a:p>
        </p:txBody>
      </p:sp>
      <p:sp>
        <p:nvSpPr>
          <p:cNvPr id="13" name="Espaço Reservado para Texto 6">
            <a:extLst>
              <a:ext uri="{FF2B5EF4-FFF2-40B4-BE49-F238E27FC236}">
                <a16:creationId xmlns:a16="http://schemas.microsoft.com/office/drawing/2014/main" id="{C1D82ABC-88E2-45C0-8B78-E6279CF9020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6771" y="4825902"/>
            <a:ext cx="1396305" cy="7776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lang="pt-BR" sz="1800" smtClean="0">
                <a:solidFill>
                  <a:srgbClr val="012F7F"/>
                </a:solidFill>
                <a:effectLst/>
              </a:defRPr>
            </a:lvl1pPr>
          </a:lstStyle>
          <a:p>
            <a:pPr lvl="0"/>
            <a:r>
              <a:rPr lang="pt-BR" sz="1800" dirty="0">
                <a:effectLst/>
                <a:latin typeface="Calibri" panose="020F0502020204030204" pitchFamily="34" charset="0"/>
              </a:rPr>
              <a:t>Insira a data</a:t>
            </a:r>
            <a:endParaRPr lang="pt-BR" dirty="0"/>
          </a:p>
        </p:txBody>
      </p:sp>
      <p:sp>
        <p:nvSpPr>
          <p:cNvPr id="14" name="Espaço Reservado para Texto 6">
            <a:extLst>
              <a:ext uri="{FF2B5EF4-FFF2-40B4-BE49-F238E27FC236}">
                <a16:creationId xmlns:a16="http://schemas.microsoft.com/office/drawing/2014/main" id="{318E58CE-0DF4-46ED-BE53-3548ECB4084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6771" y="5703552"/>
            <a:ext cx="1396305" cy="7776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lang="pt-BR" sz="1800" smtClean="0">
                <a:solidFill>
                  <a:srgbClr val="012F7F"/>
                </a:solidFill>
                <a:effectLst/>
              </a:defRPr>
            </a:lvl1pPr>
          </a:lstStyle>
          <a:p>
            <a:pPr lvl="0"/>
            <a:r>
              <a:rPr lang="pt-BR" sz="1800" dirty="0">
                <a:effectLst/>
                <a:latin typeface="Calibri" panose="020F0502020204030204" pitchFamily="34" charset="0"/>
              </a:rPr>
              <a:t>Insira a data</a:t>
            </a:r>
            <a:endParaRPr lang="pt-BR" dirty="0"/>
          </a:p>
        </p:txBody>
      </p:sp>
      <p:sp>
        <p:nvSpPr>
          <p:cNvPr id="15" name="Espaço Reservado para Texto 6">
            <a:extLst>
              <a:ext uri="{FF2B5EF4-FFF2-40B4-BE49-F238E27FC236}">
                <a16:creationId xmlns:a16="http://schemas.microsoft.com/office/drawing/2014/main" id="{0E5A9D1D-670E-4467-B2F9-E2443123C7B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56104" y="2355651"/>
            <a:ext cx="2350042" cy="82742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lang="pt-BR" sz="1800" smtClean="0">
                <a:solidFill>
                  <a:srgbClr val="012F7F"/>
                </a:solidFill>
                <a:effectLst/>
              </a:defRPr>
            </a:lvl1pPr>
          </a:lstStyle>
          <a:p>
            <a:pPr lvl="0"/>
            <a:r>
              <a:rPr lang="pt-BR" sz="1800" dirty="0">
                <a:effectLst/>
                <a:latin typeface="Calibri" panose="020F0502020204030204" pitchFamily="34" charset="0"/>
              </a:rPr>
              <a:t>Duração (horas)</a:t>
            </a:r>
            <a:endParaRPr lang="pt-BR" dirty="0"/>
          </a:p>
        </p:txBody>
      </p:sp>
      <p:sp>
        <p:nvSpPr>
          <p:cNvPr id="16" name="Espaço Reservado para Texto 6">
            <a:extLst>
              <a:ext uri="{FF2B5EF4-FFF2-40B4-BE49-F238E27FC236}">
                <a16:creationId xmlns:a16="http://schemas.microsoft.com/office/drawing/2014/main" id="{53A454B6-DC73-4FBD-8EB7-E047F8830D8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63076" y="3198966"/>
            <a:ext cx="6161124" cy="79890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lang="pt-BR" sz="1800" smtClean="0">
                <a:solidFill>
                  <a:srgbClr val="012F7F"/>
                </a:solidFill>
                <a:effectLst/>
              </a:defRPr>
            </a:lvl1pPr>
          </a:lstStyle>
          <a:p>
            <a:pPr lvl="0"/>
            <a:r>
              <a:rPr lang="pt-BR" sz="1800" dirty="0">
                <a:effectLst/>
                <a:latin typeface="Calibri" panose="020F0502020204030204" pitchFamily="34" charset="0"/>
              </a:rPr>
              <a:t>Insira a atividade</a:t>
            </a:r>
            <a:endParaRPr lang="pt-BR" dirty="0"/>
          </a:p>
        </p:txBody>
      </p:sp>
      <p:sp>
        <p:nvSpPr>
          <p:cNvPr id="17" name="Espaço Reservado para Texto 6">
            <a:extLst>
              <a:ext uri="{FF2B5EF4-FFF2-40B4-BE49-F238E27FC236}">
                <a16:creationId xmlns:a16="http://schemas.microsoft.com/office/drawing/2014/main" id="{DD61C159-DBE1-4ADB-AF68-ACBE97E1E6C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63076" y="4001619"/>
            <a:ext cx="6161124" cy="79890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lang="pt-BR" sz="1800" smtClean="0">
                <a:solidFill>
                  <a:srgbClr val="012F7F"/>
                </a:solidFill>
                <a:effectLst/>
              </a:defRPr>
            </a:lvl1pPr>
          </a:lstStyle>
          <a:p>
            <a:pPr lvl="0"/>
            <a:r>
              <a:rPr lang="pt-BR" sz="1800" dirty="0">
                <a:effectLst/>
                <a:latin typeface="Calibri" panose="020F0502020204030204" pitchFamily="34" charset="0"/>
              </a:rPr>
              <a:t>Insira a atividade</a:t>
            </a:r>
            <a:endParaRPr lang="pt-BR" dirty="0"/>
          </a:p>
        </p:txBody>
      </p:sp>
      <p:sp>
        <p:nvSpPr>
          <p:cNvPr id="18" name="Espaço Reservado para Texto 6">
            <a:extLst>
              <a:ext uri="{FF2B5EF4-FFF2-40B4-BE49-F238E27FC236}">
                <a16:creationId xmlns:a16="http://schemas.microsoft.com/office/drawing/2014/main" id="{AA582424-E05E-4BFD-AE9D-5D3606377A6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63076" y="4815250"/>
            <a:ext cx="6161124" cy="79890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lang="pt-BR" sz="1800" smtClean="0">
                <a:solidFill>
                  <a:srgbClr val="012F7F"/>
                </a:solidFill>
                <a:effectLst/>
              </a:defRPr>
            </a:lvl1pPr>
          </a:lstStyle>
          <a:p>
            <a:pPr lvl="0"/>
            <a:r>
              <a:rPr lang="pt-BR" sz="1800" dirty="0">
                <a:effectLst/>
                <a:latin typeface="Calibri" panose="020F0502020204030204" pitchFamily="34" charset="0"/>
              </a:rPr>
              <a:t>Insira a atividade</a:t>
            </a:r>
            <a:endParaRPr lang="pt-BR" dirty="0"/>
          </a:p>
        </p:txBody>
      </p:sp>
      <p:sp>
        <p:nvSpPr>
          <p:cNvPr id="19" name="Espaço Reservado para Texto 6">
            <a:extLst>
              <a:ext uri="{FF2B5EF4-FFF2-40B4-BE49-F238E27FC236}">
                <a16:creationId xmlns:a16="http://schemas.microsoft.com/office/drawing/2014/main" id="{877256AA-B903-4947-B0AE-DD4D199E956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63076" y="5655337"/>
            <a:ext cx="6161124" cy="79890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lang="pt-BR" sz="1800" smtClean="0">
                <a:solidFill>
                  <a:srgbClr val="012F7F"/>
                </a:solidFill>
                <a:effectLst/>
              </a:defRPr>
            </a:lvl1pPr>
          </a:lstStyle>
          <a:p>
            <a:pPr lvl="0"/>
            <a:r>
              <a:rPr lang="pt-BR" sz="1800" dirty="0">
                <a:effectLst/>
                <a:latin typeface="Calibri" panose="020F0502020204030204" pitchFamily="34" charset="0"/>
              </a:rPr>
              <a:t>Insira a atividade</a:t>
            </a:r>
            <a:endParaRPr lang="pt-BR" dirty="0"/>
          </a:p>
        </p:txBody>
      </p:sp>
      <p:sp>
        <p:nvSpPr>
          <p:cNvPr id="20" name="Espaço Reservado para Texto 6">
            <a:extLst>
              <a:ext uri="{FF2B5EF4-FFF2-40B4-BE49-F238E27FC236}">
                <a16:creationId xmlns:a16="http://schemas.microsoft.com/office/drawing/2014/main" id="{1FF1EFFF-B725-4CE2-B072-B6D4B46B3B3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956104" y="3184708"/>
            <a:ext cx="2350042" cy="82742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lang="pt-BR" sz="1800" smtClean="0">
                <a:solidFill>
                  <a:srgbClr val="012F7F"/>
                </a:solidFill>
                <a:effectLst/>
              </a:defRPr>
            </a:lvl1pPr>
          </a:lstStyle>
          <a:p>
            <a:pPr lvl="0"/>
            <a:r>
              <a:rPr lang="pt-BR" sz="1800" dirty="0">
                <a:effectLst/>
                <a:latin typeface="Calibri" panose="020F0502020204030204" pitchFamily="34" charset="0"/>
              </a:rPr>
              <a:t>Duração (horas)</a:t>
            </a:r>
            <a:endParaRPr lang="pt-BR" dirty="0"/>
          </a:p>
        </p:txBody>
      </p:sp>
      <p:sp>
        <p:nvSpPr>
          <p:cNvPr id="21" name="Espaço Reservado para Texto 6">
            <a:extLst>
              <a:ext uri="{FF2B5EF4-FFF2-40B4-BE49-F238E27FC236}">
                <a16:creationId xmlns:a16="http://schemas.microsoft.com/office/drawing/2014/main" id="{B25D34D1-5863-4AEA-B557-ACFCE94AC72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956104" y="4025108"/>
            <a:ext cx="2350042" cy="75192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lang="pt-BR" sz="1800" smtClean="0">
                <a:solidFill>
                  <a:srgbClr val="012F7F"/>
                </a:solidFill>
                <a:effectLst/>
              </a:defRPr>
            </a:lvl1pPr>
          </a:lstStyle>
          <a:p>
            <a:pPr lvl="0"/>
            <a:r>
              <a:rPr lang="pt-BR" sz="1800" dirty="0">
                <a:effectLst/>
                <a:latin typeface="Calibri" panose="020F0502020204030204" pitchFamily="34" charset="0"/>
              </a:rPr>
              <a:t>Duração (horas)</a:t>
            </a:r>
            <a:endParaRPr lang="pt-BR" dirty="0"/>
          </a:p>
        </p:txBody>
      </p:sp>
      <p:sp>
        <p:nvSpPr>
          <p:cNvPr id="22" name="Espaço Reservado para Texto 6">
            <a:extLst>
              <a:ext uri="{FF2B5EF4-FFF2-40B4-BE49-F238E27FC236}">
                <a16:creationId xmlns:a16="http://schemas.microsoft.com/office/drawing/2014/main" id="{B15687B9-662C-45B0-995D-91A39818AC0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956104" y="4825902"/>
            <a:ext cx="2350042" cy="80251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lang="pt-BR" sz="1800" smtClean="0">
                <a:solidFill>
                  <a:srgbClr val="012F7F"/>
                </a:solidFill>
                <a:effectLst/>
              </a:defRPr>
            </a:lvl1pPr>
          </a:lstStyle>
          <a:p>
            <a:pPr lvl="0"/>
            <a:r>
              <a:rPr lang="pt-BR" sz="1800" dirty="0">
                <a:effectLst/>
                <a:latin typeface="Calibri" panose="020F0502020204030204" pitchFamily="34" charset="0"/>
              </a:rPr>
              <a:t>Duração (horas)</a:t>
            </a:r>
            <a:endParaRPr lang="pt-BR" dirty="0"/>
          </a:p>
        </p:txBody>
      </p:sp>
      <p:sp>
        <p:nvSpPr>
          <p:cNvPr id="23" name="Espaço Reservado para Texto 6">
            <a:extLst>
              <a:ext uri="{FF2B5EF4-FFF2-40B4-BE49-F238E27FC236}">
                <a16:creationId xmlns:a16="http://schemas.microsoft.com/office/drawing/2014/main" id="{229F03BA-C4C1-4CAA-9CE3-50A2E3FA9A1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956104" y="5664803"/>
            <a:ext cx="2350042" cy="82742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lang="pt-BR" sz="1800" smtClean="0">
                <a:solidFill>
                  <a:srgbClr val="012F7F"/>
                </a:solidFill>
                <a:effectLst/>
              </a:defRPr>
            </a:lvl1pPr>
          </a:lstStyle>
          <a:p>
            <a:pPr lvl="0"/>
            <a:r>
              <a:rPr lang="pt-BR" sz="1800" dirty="0">
                <a:effectLst/>
                <a:latin typeface="Calibri" panose="020F0502020204030204" pitchFamily="34" charset="0"/>
              </a:rPr>
              <a:t>Duração (horas)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71417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A5BAAC3-8098-470D-8EA7-33B95F86E6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DEED1F50-BD42-4B9A-A5FF-64635BC1EA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1133" y="2133600"/>
            <a:ext cx="9754449" cy="1471613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rgbClr val="012F7F"/>
                </a:solidFill>
              </a:defRPr>
            </a:lvl1pPr>
          </a:lstStyle>
          <a:p>
            <a:pPr lvl="0"/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Detalhar metodologia utilizada.</a:t>
            </a:r>
            <a:endParaRPr lang="pt-BR" dirty="0"/>
          </a:p>
        </p:txBody>
      </p:sp>
      <p:sp>
        <p:nvSpPr>
          <p:cNvPr id="9" name="Espaço Reservado para Texto 6">
            <a:extLst>
              <a:ext uri="{FF2B5EF4-FFF2-40B4-BE49-F238E27FC236}">
                <a16:creationId xmlns:a16="http://schemas.microsoft.com/office/drawing/2014/main" id="{972A1917-BB0C-4986-9DC9-355298680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1133" y="4474348"/>
            <a:ext cx="9753600" cy="1514517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lang="pt-BR" sz="1800" smtClean="0">
                <a:solidFill>
                  <a:srgbClr val="012F7F"/>
                </a:solidFill>
                <a:effectLst/>
              </a:defRPr>
            </a:lvl1pPr>
          </a:lstStyle>
          <a:p>
            <a:pPr lvl="0"/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Indique os materiais necessários.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261686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8C68390-42A1-4509-B19C-E3E9CCC923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65F484DB-1B94-4971-9C58-3FE21540FC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0284" y="2215857"/>
            <a:ext cx="9754449" cy="4032543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rgbClr val="012F7F"/>
                </a:solidFill>
              </a:defRPr>
            </a:lvl1pPr>
          </a:lstStyle>
          <a:p>
            <a:pPr lvl="0"/>
            <a:r>
              <a:rPr lang="pt-BR" dirty="0">
                <a:latin typeface="+mn-lt"/>
              </a:rPr>
              <a:t>Indicar o nome dos participantes e suas respectivas funções.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209821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813E4DF-0F0A-415C-81FC-69BD075D13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E0BBDF06-F365-48CC-953C-6E831095AB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4495800"/>
            <a:ext cx="9753600" cy="209007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rgbClr val="012F7F"/>
                </a:solidFill>
              </a:defRPr>
            </a:lvl1pPr>
          </a:lstStyle>
          <a:p>
            <a:pPr lvl="0"/>
            <a:r>
              <a:rPr lang="pt-BR" dirty="0">
                <a:latin typeface="+mn-lt"/>
              </a:rPr>
              <a:t>Indicar a data programada para a ação.</a:t>
            </a:r>
            <a:endParaRPr lang="pt-BR" dirty="0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8ED5209D-D8A5-4927-B676-B6A024124C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6166" y="1752600"/>
            <a:ext cx="9753600" cy="1524000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rgbClr val="012F7F"/>
                </a:solidFill>
              </a:defRPr>
            </a:lvl1pPr>
          </a:lstStyle>
          <a:p>
            <a:pPr lvl="0"/>
            <a:r>
              <a:rPr lang="pt-BR" dirty="0">
                <a:latin typeface="+mn-lt"/>
              </a:rPr>
              <a:t>Indicar os parceiros.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658492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CBB1862D-1997-4DD2-ADE8-CCBB42DCEF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373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3C0CFD8-E343-4216-84B0-9A4CDA0E98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7A6C12CA-0870-4620-8B9F-A590806C4E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0783" y="1988515"/>
            <a:ext cx="9720000" cy="105779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pt-BR" sz="1400" smtClean="0">
                <a:solidFill>
                  <a:srgbClr val="012F7F"/>
                </a:solidFill>
                <a:effectLst/>
              </a:defRPr>
            </a:lvl1pPr>
          </a:lstStyle>
          <a:p>
            <a:pPr lvl="0"/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Informe a quantidade de pessoas que participaram da ação.</a:t>
            </a:r>
            <a:endParaRPr lang="pt-BR" dirty="0"/>
          </a:p>
        </p:txBody>
      </p:sp>
      <p:sp>
        <p:nvSpPr>
          <p:cNvPr id="9" name="Espaço Reservado para Texto 6">
            <a:extLst>
              <a:ext uri="{FF2B5EF4-FFF2-40B4-BE49-F238E27FC236}">
                <a16:creationId xmlns:a16="http://schemas.microsoft.com/office/drawing/2014/main" id="{C13DE7F6-1A30-4565-8429-B11E6473FB3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83" y="3687873"/>
            <a:ext cx="9720000" cy="10602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pt-BR" sz="1400" smtClean="0">
                <a:solidFill>
                  <a:srgbClr val="012F7F"/>
                </a:solidFill>
                <a:effectLst/>
              </a:defRPr>
            </a:lvl1pPr>
          </a:lstStyle>
          <a:p>
            <a:pPr lvl="0"/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Informe quais os Objetivos do Desenvolvimento Sustentável foram trabalhados na ação.</a:t>
            </a:r>
            <a:endParaRPr lang="pt-BR" dirty="0"/>
          </a:p>
        </p:txBody>
      </p:sp>
      <p:sp>
        <p:nvSpPr>
          <p:cNvPr id="10" name="Espaço Reservado para Texto 6">
            <a:extLst>
              <a:ext uri="{FF2B5EF4-FFF2-40B4-BE49-F238E27FC236}">
                <a16:creationId xmlns:a16="http://schemas.microsoft.com/office/drawing/2014/main" id="{34A3A04D-062E-4757-A073-D6768369D8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0783" y="5382530"/>
            <a:ext cx="9720000" cy="10370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pt-BR" sz="1400" smtClean="0">
                <a:solidFill>
                  <a:srgbClr val="012F7F"/>
                </a:solidFill>
                <a:effectLst/>
              </a:defRPr>
            </a:lvl1pPr>
          </a:lstStyle>
          <a:p>
            <a:pPr lvl="0"/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Informe a quantidade estimada de pessoas que podem se beneficiar futuramente da ação.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350919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4B8C358D-8C6D-4319-B167-ADC0FE67B2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048EF0AC-9119-4DC0-ABC7-EC3D3AA36E93}"/>
              </a:ext>
            </a:extLst>
          </p:cNvPr>
          <p:cNvSpPr/>
          <p:nvPr userDrawn="1"/>
        </p:nvSpPr>
        <p:spPr>
          <a:xfrm>
            <a:off x="360567" y="1719215"/>
            <a:ext cx="2839833" cy="1709785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spaço Reservado para Imagem 4">
            <a:extLst>
              <a:ext uri="{FF2B5EF4-FFF2-40B4-BE49-F238E27FC236}">
                <a16:creationId xmlns:a16="http://schemas.microsoft.com/office/drawing/2014/main" id="{F3232E9B-BE40-4EE0-A790-FF0595B9CC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1475" y="1719263"/>
            <a:ext cx="2838450" cy="17097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lang="pt-BR" sz="1800" kern="1200" dirty="0" smtClean="0">
                <a:solidFill>
                  <a:srgbClr val="012F7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endParaRPr lang="pt-BR" dirty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379712B-FC8A-42BF-8A00-33D13480178A}"/>
              </a:ext>
            </a:extLst>
          </p:cNvPr>
          <p:cNvSpPr/>
          <p:nvPr userDrawn="1"/>
        </p:nvSpPr>
        <p:spPr>
          <a:xfrm>
            <a:off x="3550059" y="1719167"/>
            <a:ext cx="2839833" cy="1709785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Imagem 4">
            <a:extLst>
              <a:ext uri="{FF2B5EF4-FFF2-40B4-BE49-F238E27FC236}">
                <a16:creationId xmlns:a16="http://schemas.microsoft.com/office/drawing/2014/main" id="{DCF9018E-8507-4D26-A554-AF27FDCBA2F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60967" y="1719215"/>
            <a:ext cx="2838450" cy="17097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lang="pt-BR" sz="1800" kern="1200" dirty="0" smtClean="0">
                <a:solidFill>
                  <a:srgbClr val="012F7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endParaRPr lang="pt-BR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B427923-E4D9-4629-80D0-0D5DF84350E3}"/>
              </a:ext>
            </a:extLst>
          </p:cNvPr>
          <p:cNvSpPr/>
          <p:nvPr userDrawn="1"/>
        </p:nvSpPr>
        <p:spPr>
          <a:xfrm>
            <a:off x="6768693" y="1719119"/>
            <a:ext cx="2839833" cy="1709785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Espaço Reservado para Imagem 4">
            <a:extLst>
              <a:ext uri="{FF2B5EF4-FFF2-40B4-BE49-F238E27FC236}">
                <a16:creationId xmlns:a16="http://schemas.microsoft.com/office/drawing/2014/main" id="{8D2D44C3-35CF-44A6-B911-5A520C8DC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79601" y="1719167"/>
            <a:ext cx="2838450" cy="17097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lang="pt-BR" sz="1800" kern="1200" dirty="0" smtClean="0">
                <a:solidFill>
                  <a:srgbClr val="012F7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endParaRPr lang="pt-BR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666EC1A-F561-4084-B6A5-58D1D2DC5C98}"/>
              </a:ext>
            </a:extLst>
          </p:cNvPr>
          <p:cNvSpPr/>
          <p:nvPr userDrawn="1"/>
        </p:nvSpPr>
        <p:spPr>
          <a:xfrm>
            <a:off x="369276" y="3901580"/>
            <a:ext cx="2839833" cy="1709785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spaço Reservado para Imagem 4">
            <a:extLst>
              <a:ext uri="{FF2B5EF4-FFF2-40B4-BE49-F238E27FC236}">
                <a16:creationId xmlns:a16="http://schemas.microsoft.com/office/drawing/2014/main" id="{08573461-07DC-44F2-A8BB-CCBF006A15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0184" y="3901628"/>
            <a:ext cx="2838450" cy="17097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lang="pt-BR" sz="1800" kern="1200" dirty="0" smtClean="0">
                <a:solidFill>
                  <a:srgbClr val="012F7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endParaRPr lang="pt-BR" dirty="0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7EC1BC0-17FD-4367-808C-175C3390DFFD}"/>
              </a:ext>
            </a:extLst>
          </p:cNvPr>
          <p:cNvSpPr/>
          <p:nvPr userDrawn="1"/>
        </p:nvSpPr>
        <p:spPr>
          <a:xfrm>
            <a:off x="3565969" y="3922725"/>
            <a:ext cx="2839833" cy="1709785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spaço Reservado para Imagem 4">
            <a:extLst>
              <a:ext uri="{FF2B5EF4-FFF2-40B4-BE49-F238E27FC236}">
                <a16:creationId xmlns:a16="http://schemas.microsoft.com/office/drawing/2014/main" id="{0D0A27A9-597B-4070-B090-FE78C0F36B1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76877" y="3922773"/>
            <a:ext cx="2838450" cy="17097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lang="pt-BR" sz="1800" kern="1200" dirty="0" smtClean="0">
                <a:solidFill>
                  <a:srgbClr val="012F7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endParaRPr lang="pt-BR" dirty="0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E384FCFF-03C4-45BA-8DFA-C21AE234E0AB}"/>
              </a:ext>
            </a:extLst>
          </p:cNvPr>
          <p:cNvSpPr/>
          <p:nvPr userDrawn="1"/>
        </p:nvSpPr>
        <p:spPr>
          <a:xfrm>
            <a:off x="6784603" y="3930807"/>
            <a:ext cx="2839833" cy="1709785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spaço Reservado para Imagem 4">
            <a:extLst>
              <a:ext uri="{FF2B5EF4-FFF2-40B4-BE49-F238E27FC236}">
                <a16:creationId xmlns:a16="http://schemas.microsoft.com/office/drawing/2014/main" id="{E3BB6889-671A-46CD-9BEF-7BAF50D8CEA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95511" y="3930855"/>
            <a:ext cx="2838450" cy="17097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lang="pt-BR" sz="1800" kern="1200" dirty="0" smtClean="0">
                <a:solidFill>
                  <a:srgbClr val="012F7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endParaRPr lang="pt-BR" dirty="0"/>
          </a:p>
        </p:txBody>
      </p:sp>
      <p:sp>
        <p:nvSpPr>
          <p:cNvPr id="20" name="Espaço Reservado para Texto 6">
            <a:extLst>
              <a:ext uri="{FF2B5EF4-FFF2-40B4-BE49-F238E27FC236}">
                <a16:creationId xmlns:a16="http://schemas.microsoft.com/office/drawing/2014/main" id="{0F1BB790-EBFA-4863-B50C-5700C071DB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1475" y="3505200"/>
            <a:ext cx="2838450" cy="3048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rgbClr val="012F7F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pt-BR" dirty="0"/>
              <a:t>Inserir legenda</a:t>
            </a:r>
          </a:p>
        </p:txBody>
      </p:sp>
      <p:sp>
        <p:nvSpPr>
          <p:cNvPr id="21" name="Espaço Reservado para Texto 6">
            <a:extLst>
              <a:ext uri="{FF2B5EF4-FFF2-40B4-BE49-F238E27FC236}">
                <a16:creationId xmlns:a16="http://schemas.microsoft.com/office/drawing/2014/main" id="{B1D906ED-82E9-455F-82BC-9DDD7E40FD9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56613" y="3499872"/>
            <a:ext cx="2838450" cy="3048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rgbClr val="012F7F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pt-BR" dirty="0"/>
              <a:t>Inserir legenda</a:t>
            </a:r>
          </a:p>
        </p:txBody>
      </p:sp>
      <p:sp>
        <p:nvSpPr>
          <p:cNvPr id="22" name="Espaço Reservado para Texto 6">
            <a:extLst>
              <a:ext uri="{FF2B5EF4-FFF2-40B4-BE49-F238E27FC236}">
                <a16:creationId xmlns:a16="http://schemas.microsoft.com/office/drawing/2014/main" id="{DAF5A249-B363-4301-B2DE-6D2208630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7786" y="5694097"/>
            <a:ext cx="2838450" cy="3048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rgbClr val="012F7F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pt-BR" dirty="0"/>
              <a:t>Inserir legenda</a:t>
            </a:r>
          </a:p>
        </p:txBody>
      </p:sp>
      <p:sp>
        <p:nvSpPr>
          <p:cNvPr id="23" name="Espaço Reservado para Texto 6">
            <a:extLst>
              <a:ext uri="{FF2B5EF4-FFF2-40B4-BE49-F238E27FC236}">
                <a16:creationId xmlns:a16="http://schemas.microsoft.com/office/drawing/2014/main" id="{E8DE79EE-13E1-4DC2-9AEF-F456F2C4674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95801" y="5694097"/>
            <a:ext cx="2838450" cy="3048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rgbClr val="012F7F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pt-BR" dirty="0"/>
              <a:t>Inserir legenda</a:t>
            </a:r>
          </a:p>
        </p:txBody>
      </p:sp>
      <p:sp>
        <p:nvSpPr>
          <p:cNvPr id="24" name="Espaço Reservado para Texto 6">
            <a:extLst>
              <a:ext uri="{FF2B5EF4-FFF2-40B4-BE49-F238E27FC236}">
                <a16:creationId xmlns:a16="http://schemas.microsoft.com/office/drawing/2014/main" id="{27185261-F05F-4397-A52A-D50B08A901D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99865" y="5694097"/>
            <a:ext cx="2838450" cy="3048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rgbClr val="012F7F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pt-BR" dirty="0"/>
              <a:t>Inserir legenda</a:t>
            </a:r>
          </a:p>
        </p:txBody>
      </p:sp>
      <p:sp>
        <p:nvSpPr>
          <p:cNvPr id="25" name="Espaço Reservado para Texto 6">
            <a:extLst>
              <a:ext uri="{FF2B5EF4-FFF2-40B4-BE49-F238E27FC236}">
                <a16:creationId xmlns:a16="http://schemas.microsoft.com/office/drawing/2014/main" id="{95415010-71CE-4E8E-B1F2-A64DC191CB3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9601" y="3499872"/>
            <a:ext cx="2838450" cy="3048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rgbClr val="012F7F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pt-BR" dirty="0"/>
              <a:t>Inserir legenda</a:t>
            </a:r>
          </a:p>
        </p:txBody>
      </p:sp>
    </p:spTree>
    <p:extLst>
      <p:ext uri="{BB962C8B-B14F-4D97-AF65-F5344CB8AC3E}">
        <p14:creationId xmlns:p14="http://schemas.microsoft.com/office/powerpoint/2010/main" val="25099491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41DA8C93-0820-4C70-AF61-CAE4E0F9B9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Espaço Reservado para Texto 3">
            <a:extLst>
              <a:ext uri="{FF2B5EF4-FFF2-40B4-BE49-F238E27FC236}">
                <a16:creationId xmlns:a16="http://schemas.microsoft.com/office/drawing/2014/main" id="{B0B4789F-1672-4331-8EDA-EEDC252795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1719263"/>
            <a:ext cx="9753600" cy="46069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012F7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Utilize este espaço para suas considerações finais, conclusões e sugestões sobre o projeto desenvolvido.</a:t>
            </a:r>
          </a:p>
        </p:txBody>
      </p:sp>
    </p:spTree>
    <p:extLst>
      <p:ext uri="{BB962C8B-B14F-4D97-AF65-F5344CB8AC3E}">
        <p14:creationId xmlns:p14="http://schemas.microsoft.com/office/powerpoint/2010/main" val="41418368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CD5D31DA-BA7D-4E29-9B86-7F0CE86AA6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Espaço Reservado para Texto 3">
            <a:extLst>
              <a:ext uri="{FF2B5EF4-FFF2-40B4-BE49-F238E27FC236}">
                <a16:creationId xmlns:a16="http://schemas.microsoft.com/office/drawing/2014/main" id="{A72EA6DA-0A3C-4C47-89EA-35FB03BC03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4" y="1719262"/>
            <a:ext cx="11058525" cy="47577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12F7F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Inserir referências. </a:t>
            </a:r>
          </a:p>
        </p:txBody>
      </p:sp>
    </p:spTree>
    <p:extLst>
      <p:ext uri="{BB962C8B-B14F-4D97-AF65-F5344CB8AC3E}">
        <p14:creationId xmlns:p14="http://schemas.microsoft.com/office/powerpoint/2010/main" val="3950454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493A0FA-53BB-4853-9281-23A229948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82A73F0-2DF5-4BAC-B7F9-3A03A325F5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5BF1EE-2676-4507-A64C-4329D297A1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AD14D-6FE2-434B-B077-ABD7051529CC}" type="datetimeFigureOut">
              <a:rPr lang="pt-BR" smtClean="0"/>
              <a:t>30/08/2024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0431D1-AD4D-4420-BE7E-8C83A6862D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B850775-576D-4F90-A0DC-B37C2E4808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A9B8-30B9-44B9-A18A-7B5B912FF6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8399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9" r:id="rId2"/>
    <p:sldLayoutId id="2147483670" r:id="rId3"/>
    <p:sldLayoutId id="2147483651" r:id="rId4"/>
    <p:sldLayoutId id="2147483652" r:id="rId5"/>
    <p:sldLayoutId id="214748368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6" r:id="rId18"/>
    <p:sldLayoutId id="2147483665" r:id="rId19"/>
    <p:sldLayoutId id="2147483667" r:id="rId20"/>
    <p:sldLayoutId id="2147483668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7043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51DCB3BE-6341-46BA-A172-C9FC00BF942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D3A8E96-41BE-46DB-A0C7-AB6C810F930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C27528E-B87A-4C65-A8CB-58E698E61A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52800" y="2926080"/>
            <a:ext cx="7315200" cy="609600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E6750D6-7429-4857-94BF-6895FFF5C27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52800" y="3566160"/>
            <a:ext cx="7315200" cy="655320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74220FA7-52D5-47E5-8569-7730D661339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C261E41C-3B0C-4B85-8215-B0250CBFB4E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3983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4415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A3E147EB-D3C2-43A3-9815-8B84486745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920B812-1E51-4519-B07F-F55B9E3D87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B9E44CA-4BC7-4253-A683-9EEAA9DDC0E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78002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D098E84C-A09A-4B66-BAF9-709263261B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5189" y="1828801"/>
            <a:ext cx="9753600" cy="4419600"/>
          </a:xfr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3260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1">
            <a:extLst>
              <a:ext uri="{FF2B5EF4-FFF2-40B4-BE49-F238E27FC236}">
                <a16:creationId xmlns:a16="http://schemas.microsoft.com/office/drawing/2014/main" id="{6BA3AEA9-EF79-4FF8-A696-641C254AE5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6CE1E80-FBCA-4548-8193-4A9B3976BCA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2914197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210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D29F0044-F990-417E-B262-D79CE21AED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endParaRPr lang="pt-BR" sz="1600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0DDD919-0437-42B4-A778-B658DF12635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836443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10929320-8DED-4A7E-84EE-CE41D5109A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783" y="1752601"/>
            <a:ext cx="9720000" cy="4419600"/>
          </a:xfrm>
        </p:spPr>
        <p:txBody>
          <a:bodyPr>
            <a:normAutofit/>
          </a:bodyPr>
          <a:lstStyle/>
          <a:p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508645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0614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66E7B9B8-A285-4A0D-A7E0-899132D39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40358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23216F99-E7C8-4223-BE5C-BF1344D28C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DFC5D6C-E0D3-4D09-AAFC-6459ED1FED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C3BED66-F8AC-4887-8242-161F82A05A4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4FC5E63-CA2C-4947-8B0C-607F2DACCC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BA979DD6-0E1B-4536-8555-7A94520EF1B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4BC5EF15-62B7-4431-9EDF-5560D63F7A0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13386BAE-DB20-4BEA-B330-7AE8D28F75F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DD3B262A-CF37-4C21-8C18-85B61553CA8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321917A5-F69E-4883-9794-174C1F95DD5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465B53C9-1D2B-454F-9C31-5963940DC2C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CA1BF940-6551-4824-AF40-621E94BBE90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2EBFBD13-8A38-4DAD-9E30-03B3D2D1011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9115408A-5FFA-4DFB-83BF-C547EAB238A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7C353DFD-914D-4B35-B856-85AD135720E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181ADE6E-F61B-489B-978C-18DC355054C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56429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2BA47173-4DA8-451C-9593-1B222D1E28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5FD2E08-744A-4C0F-B554-C9645F4824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840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623E0C9F-F6B1-43BD-B0F3-EEAFB3DB00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31753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95084F4B-455C-4C77-AF67-C9C143C4A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7AFE792-21A2-4E1F-97E0-6CEFA1E748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36433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29072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EA54A2CE-1656-4AA8-AAD6-40A32632AF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21726D0-DAFB-42CF-90AD-C483613869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512F77B-1E5D-425B-86B1-90FBE7A3D66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16104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1">
            <a:extLst>
              <a:ext uri="{FF2B5EF4-FFF2-40B4-BE49-F238E27FC236}">
                <a16:creationId xmlns:a16="http://schemas.microsoft.com/office/drawing/2014/main" id="{B02A5091-0415-4616-8FB5-B8456251BF0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1475" y="1719263"/>
            <a:ext cx="2838450" cy="1709737"/>
          </a:xfrm>
        </p:spPr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9A76E6F-E516-4F08-81DE-456792B5134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392E8D11-6C28-4F0F-A679-F05305103E0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5" name="Espaço Reservado para Imagem 4">
            <a:extLst>
              <a:ext uri="{FF2B5EF4-FFF2-40B4-BE49-F238E27FC236}">
                <a16:creationId xmlns:a16="http://schemas.microsoft.com/office/drawing/2014/main" id="{2C9CE538-38AC-4D12-B6C9-E74D30856E7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C0C33D8E-F3CB-462C-B9BF-59C55936450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7" name="Espaço Reservado para Imagem 6">
            <a:extLst>
              <a:ext uri="{FF2B5EF4-FFF2-40B4-BE49-F238E27FC236}">
                <a16:creationId xmlns:a16="http://schemas.microsoft.com/office/drawing/2014/main" id="{C4B447DC-594B-4356-86C7-E57DC3735A9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D1371083-F60A-4656-8960-F4F7FB2C06F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AB4A8BB3-5ED5-4172-A517-4F73B4A536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6E42448-11C5-4BC4-A605-5AB744E7D28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103CBF5C-66F9-433F-B7A9-E515E39804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6BF42813-AA64-49C1-A543-28DDB5E3E42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E1EE7336-0C0D-457E-92A4-D185BEE7D7F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26919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72195F1C-E1FC-4B4A-859C-75B7015E72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" y="1719263"/>
            <a:ext cx="9753600" cy="4606925"/>
          </a:xfrm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623430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7AC6ACCF-635A-428A-A24D-867DBEACB15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44865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0</Words>
  <Application>Microsoft Office PowerPoint</Application>
  <PresentationFormat>Widescreen</PresentationFormat>
  <Paragraphs>0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Thais de Paula Ribeiro</dc:creator>
  <cp:lastModifiedBy>Thais de Paula Ribeiro</cp:lastModifiedBy>
  <cp:revision>25</cp:revision>
  <dcterms:created xsi:type="dcterms:W3CDTF">2024-05-29T18:30:15Z</dcterms:created>
  <dcterms:modified xsi:type="dcterms:W3CDTF">2024-08-30T12:55:53Z</dcterms:modified>
</cp:coreProperties>
</file>